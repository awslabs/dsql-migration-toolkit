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deck (for DB experts, English). Render with Marp / reveal-md, or just read as Markdown.
Slides split on a horizontal rule (three hyphens); speaker notes are HTML comment blocks.
Timing (20-min talk + 5-min demo): intro 2 · architecture 4 · Evaluation/Schema 3 · Full Load 4 · CDC 5 · Validation/AI 2 · closing (hot partition) 1 (+buffer).
- (verbal) Internal tech share · 20-min talk + 5-min demo · audience: DB experts.
- This tool is a web app that migrates RDS/Aurora MySQL to Aurora DSQL (PostgreSQL-16 compatible, distributed).
- Today is about "how it works," not "what it does" — especially the internals of the architecture, Full Load, and CDC.
- DSQL is distributed, so it intentionally omits features that don't scale horizontally (FKs, triggers, synchronous indexes) → this is a "heterogeneous migration," not an "upgrade."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These three lenses run through the whole talk. Especially remember (2) "Full Load ≠ Debezium snapshot" and (3) "loud fail over silent loss."
- The goal is NOT fully-automated zero-downtime: assess feasibility → automate what's deterministic → clearly surface where human work is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slide answers "why this tool." Each row is the rationale for a later slide:
  distributed + PK partitioning → hot partition / PK strategy, ≤3000 rows → batched loader, OCC 40001 → statement-level retry, IAM token → custom sink, no FK → preserve-in-report.
- One-liner: mysqldump or a generic tool's "full load" does not handle DSQL's batch limit, OCC, IAM token, or type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Big picture first. Top path = Full Load (convert + bulk load), bottom box = optional CDC.
- Emphasize the "CDC pipeline runs on managed MSK Connect — no servers owned" label: we don't operate compute.
- Next slide zooms into the full production architecture (networking/IAM/security).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Why single task (desiredCount=1)? It's a control plane, no state to shard (no-bloat). Rolling image replacement means brief downtime → managed via the next state-layers slide.
- Source MySQL is customer-owned, outside both stacks. The browser only renders the UI (not on the data path).
- Security: Cognito is off by default; the template forcibly blocks the "internet-exposed (0.0.0.0/0)" combo. Least-privilege IAM (task/execution role split).
- If short on time, cover this slide in two lines: "left = app-stack always, right VPC box = cdc-stack optional."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Appeal point for DB experts: "credentials never touch disk" is an enforced rule (code-review gate).
- Since ③ is DSQL, data/schema stay safe even if the task dies. On reconnect, the tool introspects the target to restore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Deployment convenience is the top design principle. Goal: "fresh clone + minimal setup."
- Cross-region migration is unsupported — the CDC data plane must reach the source privately from inside the DSQL region's VPC. Single-region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guided flow, not a forced wizard. If a prior step is incomplete, the UI only advises.
- Today's deep dive covers 2·3 (Evaluation/Schema), 4 (Full Load/CDC), and 5 (Validation).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Core message: a "deterministic gate" between connecting and moving data — predictable conversion, not trial and error.
- For an Aurora MySQL user, this step is where you learn "what DSQL won't accept" — before a single row moves, read-only and cheap.
- AI does not replace the deterministic path, only augments it (off by default), and must pass review-only + an explicit approval gate to reach the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FK "preserve-in-report" is the emblem of loss transparency: it's surfaced, not vanished.
- The reason for PK strategy (hot partition) is detailed in the Full Load deep dive; here it's just "you have choices."
- DSQL hard limits: ≤255 columns/table, ≤1000 tables/DB, 1 DB/cluster, DECIMAL ≤38, 1 MiB/value.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Why a dedicated loader: a generic tool's full load is internally JDBC INSERTs with no DSQL-specific OCC handling.
- Inside the consistent snapshot, the watermark is captured in the same transaction → the snapshot point and binlog coordinates align exactly (the basis for the later CDC handoff).
- Caveat: the REPEATABLE READ snapshot stays open for the whole table read, so on a write-heavy source it can block InnoDB undo purge (History List Length).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Per-statement retry is this tool's signature. The custom CDC sink mirrors it later.
- Row-quarantine vs table-fatal: the former is DSQL rejecting (has SQLSTATE), the latter happens during read/convert before asking DSQL (no SQLSTATE). Neither is passed over silently.
- Indexes are created last, after load, as CREATE INDEX ASYNC (building during load makes every INSERT pay index-maintenance cost).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biggest update since the last tech-talk. It used to end at "the GIL is the wall, just add CPU" — now multi-process breaks that wall.
- Core narrative: threads can't use the vCPUs because of the GIL → each process has its own GIL so cores are actually used → 18× (200GB 46h→2.5h).
- Uses the spawn context; each worker builds its own MySQL engine + DSQL connection pool (no inter-process row transfer). Test doubles auto-use the thread fallback (backward-compatible).
- Replace path: for an empty table, plain INSERT (no ON CONFLICT) removes OCC contention → 41K–51K sustained, 67K 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old "parallelism +5%, retries 9.6→12.8%" measurement still holds — it's now repositioned as the story *after* clearing the CPU wall.
- The OCC storm is a real landmine we hit when adding multi-process: 32 writers ON CONFLICT into a populated target → 8+ min at 0 rows. Fixed by plain INSERT into an empty target.
- Memory ≈ table_par × batch_par × ~8 MiB (independent of table size). The Fargate CPU/memory pairing (8 vCPU→16 GiB) already covers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Make clear this A/B predates multi-process (thread era) — that's why CPU was the wall, and the real fix for that wall was the later multi-process work.
- The control (payments) moved identically to the treatment (orders) → not environment noise, a genuine no-effect.
- Where composite shines: (a) after first removing the client CPU bottleneck (via multi-process), (b) at much higher write concurrency where a monotonic PK heats one partition.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If a short freeze is acceptable, Full Load alone suffices. CDC is for large/continuous migrations.
- The tool does not run this pipeline in-process → it's just a control plane (see two slides ahead).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basis is "Decision Change 8." A standard JDBC sink retries 40001 per batch → replays all 3000 rows → wide key range → livelock.
- A shared parity test forces Full Load (Python) and the CDC sink (Java) to follow the same type mapping → the same source row lands identically via either path.
- CDC specifics: BIGINT UNSIGNED needs precise mode, JSON is wrapped as a PGobject, GEOMETRY extracts .wkb.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Core framing: gapless is enforced not at one point but at two layers — Lambda (entry) prevents head loss, sink idempotency (exit) prevents mid-stream loss.
- The actual loss we hit was an "exit" bug: misclassifying a connection drop as poison advanced the offset past unapplied rows → fixed by reclassifying in isTransient (retry). The Lambda (entry) was fine all along.
- The prerequisite (binlog retention) is the most commonly missed thing in the field. binlog_format=ROW and binlog_row_image=FULL are also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"CDC replicates data, not schema" (include.schema.changes=false). Source DDL changes don't propagate → re-apply them directly to DSQL first. Until then, non-matching rows are DLQ-quarantined (not silently gone).
- Not mistaking a connection drop for a poison row is the key — that was the earlier data-loss mode.
- Composite PK: re-keyed at the source via message.key.columns → a row's changes stay ordered in one partition, and the sink builds ON CONFLICT(pk...)/DELETE WHERE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Target-short diagnosis: (a) drift, (b) intended quarantine (&gt;1 MiB), (c) not-yet-converged CDC delete → if explained by these three, it's healthy. Unexplained missing/extra PKs are the real targets.
- Diff samples show only PK + checksum tokens, never row values. There are also read-only CLIs (compare_rows.py / cdc_consistency_check.py, exit-0 for shell gating).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"Tune with AI DBA" button appears only after the converted SELECT passes Test on target — so the AI grounds on the real plan, not a guess.
- Proof loop: EXPLAIN ANALYZE feeds the before/after DPU delta back into the chat → the measurement, not the model's claim, is the evidence. If there's no improvement it says so. Not auto-applied (human-review gate).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Honest diagnosis: the composite PK feature works correctly but gained 0 in this workload — because the bottleneck was client CPU, not the server. The real fix for that GIL wall was multi-process (18×).
- Message: "hot partitions are real, but measure before applying a remedy. Bottlenecks layer as CPU→OCC→server writes. And composite PK isn't free — app queries change."
- Where composite shines: (a) after removing the client CPU bottleneck via multi-process, (b) at much higher write concurrency where a monotonic PK heats a partition.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Start the demo. (Run in an internal test environment — the launch method is intentionally not in the deck.)
- If short on time, just showing the Full Load progress screen + Validation verdict conveys the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Wrap up.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to DSQL Migrator — Migration Architecture &amp; Data Path Deep Dive</dc:title>
  <dc:subject>PptxGenJS Presentation</dc:subject>
  <dc:creator>Created by Marp</dc:creator>
  <cp:lastModifiedBy>Created by Marp</cp:lastModifiedBy>
  <cp:revision>1</cp:revision>
  <dcterms:created xsi:type="dcterms:W3CDTF">2026-07-08T02:43:11Z</dcterms:created>
  <dcterms:modified xsi:type="dcterms:W3CDTF">2026-07-08T02:43:11Z</dcterms:modified>
</cp:coreProperties>
</file>